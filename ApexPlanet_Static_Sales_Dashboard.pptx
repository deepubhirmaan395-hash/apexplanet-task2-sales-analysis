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Category-wise Sales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/>
            </a:pPr>
            <a:r>
              <a:t>Gender-wise Sales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66935889.02</c:v>
                </c:pt>
                <c:pt idx="1">
                  <c:v>72463550.63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Top 5 Products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Chair</c:v>
                </c:pt>
                <c:pt idx="1">
                  <c:v>Rice</c:v>
                </c:pt>
                <c:pt idx="2">
                  <c:v>Book</c:v>
                </c:pt>
                <c:pt idx="3">
                  <c:v>Mobile</c:v>
                </c:pt>
                <c:pt idx="4">
                  <c:v>Laptop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21521561.48</c:v>
                </c:pt>
                <c:pt idx="1">
                  <c:v>22231711.28</c:v>
                </c:pt>
                <c:pt idx="2">
                  <c:v>25031689.4</c:v>
                </c:pt>
                <c:pt idx="3">
                  <c:v>25335573.19</c:v>
                </c:pt>
                <c:pt idx="4">
                  <c:v>25443008.51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/>
            </a:pPr>
            <a:r>
              <a:t>Monthly Sales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  <c:pt idx="6">
                  <c:v>2025-07</c:v>
                </c:pt>
                <c:pt idx="7">
                  <c:v>2025-08</c:v>
                </c:pt>
                <c:pt idx="8">
                  <c:v>2025-09</c:v>
                </c:pt>
                <c:pt idx="9">
                  <c:v>2025-10</c:v>
                </c:pt>
                <c:pt idx="10">
                  <c:v>2025-11</c:v>
                </c:pt>
                <c:pt idx="11">
                  <c:v>2025-12</c:v>
                </c:pt>
                <c:pt idx="12">
                  <c:v>2026-01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10096190.73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11746226.799999999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12627620.22</c:v>
                </c:pt>
                <c:pt idx="11">
                  <c:v>12299904.44</c:v>
                </c:pt>
                <c:pt idx="12">
                  <c:v>809389.99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SALES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583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ApexPlanet • Sales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24128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TOTAL SALES</a:t>
            </a:r>
          </a:p>
          <a:p>
            <a:pPr algn="ctr">
              <a:defRPr sz="1800" b="1"/>
            </a:pPr>
            <a:r>
              <a:t>₹13.94 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0128" y="1024128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TOTAL ORDERS</a:t>
            </a:r>
          </a:p>
          <a:p>
            <a:pPr algn="ctr">
              <a:defRPr sz="1800" b="1"/>
            </a:pPr>
            <a:r>
              <a:t>1,000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024128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AVG ORDER VALUE</a:t>
            </a:r>
          </a:p>
          <a:p>
            <a:pPr algn="ctr">
              <a:defRPr sz="1800" b="1"/>
            </a:pPr>
            <a:r>
              <a:t>₹139,399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07424" y="1024128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TOP CATEGORY</a:t>
            </a:r>
          </a:p>
          <a:p>
            <a:pPr algn="ctr">
              <a:defRPr sz="1800" b="1"/>
            </a:pPr>
            <a:r>
              <a:t>Electronics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2148840"/>
          <a:ext cx="365760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251960" y="2148840"/>
          <a:ext cx="3200400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635240" y="2148840"/>
          <a:ext cx="4114800" cy="2057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4370832"/>
          <a:ext cx="11338560" cy="20116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